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AI-MCN: AI-Augmented Influencer Matching for Beauty Campaigns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A5F80"/>
                </a:solidFill>
                <a:latin typeface="Aptos"/>
              </a:defRPr>
            </a:pPr>
            <a:r>
              <a:t>MSIS 521 Course Project | Team Presentation (15 minutes)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400">
                <a:solidFill>
                  <a:srgbClr val="1C2D46"/>
                </a:solidFill>
                <a:latin typeface="Aptos"/>
              </a:defRPr>
            </a:pPr>
            <a:r>
              <a:t>Case: Beauty of Joseon (BOJ), U.S. sunscreen campaign scenario</a:t>
            </a:r>
          </a:p>
          <a:p>
            <a:pPr>
              <a:spcAft>
                <a:spcPts val="900"/>
              </a:spcAft>
              <a:defRPr sz="2400">
                <a:solidFill>
                  <a:srgbClr val="1C2D46"/>
                </a:solidFill>
                <a:latin typeface="Aptos"/>
              </a:defRPr>
            </a:pPr>
            <a:r>
              <a:t>Prototype: Streamlit app + modular Python AI pipeline</a:t>
            </a:r>
          </a:p>
          <a:p>
            <a:pPr>
              <a:spcAft>
                <a:spcPts val="900"/>
              </a:spcAft>
              <a:defRPr sz="2400">
                <a:solidFill>
                  <a:srgbClr val="1C2D46"/>
                </a:solidFill>
                <a:latin typeface="Aptos"/>
              </a:defRPr>
            </a:pPr>
            <a:r>
              <a:t>Output: Top-N recommendations, model benchmark, explainability, ROI simulator,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AI-MCN | MSIS 521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Problem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5120640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Influencer discovery is often manual, slow, and popularity-biased.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Teams need transparent, evidence-based creator selection.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Campaign planning needs measurable support, not only intuition.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5936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Scope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2304288"/>
            <a:ext cx="5120640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In-scope: end-to-end matching prototype and live demo.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Out-of-scope: full production MLOps and multi-platform live ingestion.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Quarter-feasible scope with meaningful technical depth.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1: Topic choice, scope, interest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Why Beauty of Joseon? (Selection + Research)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Why this brand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5120640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Clear campaign narrative: sunscreen + lightweight skincare.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Distinct positioning for storytelling: heritage-inspired K-beauty.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Good benchmark pair with CeraVe in the same category.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Suitable for explainable matching, not only popularity ranking.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5936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Brand research and dataset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2304288"/>
            <a:ext cx="5120640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Positioning: gentle, daily-use K-beauty skincare message.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Audience focus: sensitive/acne-aware Gen Z and Millennials.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Dataset source: videos_text_ready_combined.csv (n=67,283 videos)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sunscreen: 3,981 videos | 340 channels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spf: 3,850 videos | 344 channels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beauty of joseon: 286 videos | 69 channels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cerave: 747 videos | 118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Brand choice is explicit, defensible, and data-backed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Assignment Requirements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6858000"/>
              </a:tblGrid>
              <a:tr h="71323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Assignment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Our Implementation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Pick a problem and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BOJ influencer matching scenario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Collect/obtain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Team-collected YouTube videos/channels/comments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Prototype in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Streamlit + AI pipeline modules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Present process + story +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This deck + live app walkthrough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Assignment deliverables: code + slides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Data Overview (BOJ Run)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42,750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Videos analyzed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1,089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Channels scored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Default recommendations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4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Non-micro communities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4048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Input files: videos_text_ready_combined.csv, comments_raw_combined.csv, master_prd_slim_combined.csv</a:t>
            </a:r>
          </a:p>
          <a:p>
            <a:pPr>
              <a:spcAft>
                <a:spcPts val="9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Campaign input: BOJ SPF + Glow Serum, U.S. market, sensitive-skin audience, $50,000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Data-driven prototype with fixed reproducible input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Method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1) Data cleaning + beauty/noise filter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2) Channel aggregation and text profile generation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3) Network scoring (centrality + community detection)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4) TF-IDF relevance + semantic/tone enrichment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5) Evidence guardrail + diversity-aware ranking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6) ML benchmark (Linear/LASSO/Ridge/CART/RF/LightGBM, GroupKFold 5-fold)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7) ROI simulation + strategy generation + executive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3: Technical aspects and method choice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Model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enchmark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82372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11480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16368" y="1938528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Best model: LightGBM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304288"/>
            <a:ext cx="3794760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Best RMSE: 0.00996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Baseline RMSE: 0.03800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RMSE reduction vs baseline: 73.8%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Group-based CV used to reduce channel leakage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6 models compared under the same CV protocol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Explainability (SHAP)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summary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40308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69480" y="1828800"/>
            <a:ext cx="420624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0648" y="19385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Why SHAP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04288"/>
            <a:ext cx="388620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Shows which features drive engagement predictions.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Improves trust for non-technical stakeholders.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Helps diagnose unstable or misleading signals.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3: Evaluation and sanity checking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Top-10 BOJ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10_final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870438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Top 3 channels: AliceintheRabbitHole, Dr. Sam Ellis, NikkieTutorials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Guardrails Against Bad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vidence_vs_finalscor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993402" cy="4434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42631" y="1828800"/>
            <a:ext cx="4069080" cy="443484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938528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Bias and quality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25511" y="2304288"/>
            <a:ext cx="3749040" cy="3867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Low-evidence channels are automatically down-weighted.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Diversity guardrail prevents single-cluster over-concentration.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Degree-only vs hybrid overlap: 2/10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Reduced popularity bias with evidence-based filtering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Network Diversity Diagnostics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unity_distribution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86868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1148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16368" y="1938528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Community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304288"/>
            <a:ext cx="379476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Non-micro communities discovered: 6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Largest non-micro community share: 43.8%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Micro/isolated channels separated to improve readability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Community-aware matching for healthier shortlist diversity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ROI Scenario (Business Lens)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i_funnel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8046720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78040" y="1828800"/>
            <a:ext cx="425196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79208" y="1938528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Base scenario outputs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19" y="2304288"/>
            <a:ext cx="3931920" cy="391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Budget: $50,000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Impressions: 2,777,777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Clicks: 49,999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Conversions: 1,499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Expected ROAS: 1.14x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Scenario estimate only, not causal guarantee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Live 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1) Enter campaign input (brand/product/audience/keywords/budget)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2) Run analysis and show analyzing workflow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3) Inspect Top-N cards with rationale and evidence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4) Change ranking strategy and diversity controls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5) Explore Text Intelligence and Network Studio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6) Review ML Studio (model comparison + SHAP)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7) Adjust ROI assumptions and export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4: Demo clarity and storytelling flow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Limitations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04288"/>
            <a:ext cx="512064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Prototype uses pre-collected YouTube data.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ROI module is scenario simulation, not causal inference.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Cluster concentration still exists in skincare-heavy niches.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04288"/>
            <a:ext cx="512064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Add live market and competitor enrichment.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Expand to TikTok/Instagram connectors.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Introduce experiment loop for closed-loop learning.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Honest caveats + practical roadmap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Rubric Alignment (Target: 9-10)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828800"/>
          <a:ext cx="109270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269480"/>
              </a:tblGrid>
              <a:tr h="90525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Rubric 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Project Evidence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Topic choice, scope,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Clear marketing problem, creative hybrid AI scope, feasible for course timeline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Potential impact and relevance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Directly supports influencer and budget decisions for brand teams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Technical aspects of 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Working end-to-end app, 6-model benchmark, SHAP, bias diagnostics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Presentation quality/storytelling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Context -&gt; method -&gt; evidence -&gt; demo -&gt; impact narrative with visuals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Directly mapped to MSIS 521 project rubric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15-Minute Delivery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0:00-2:00 Problem and scope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2:00-5:30 Data and method pipeline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5:30-8:30 Evaluation and explainability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8:30-12:30 Live demo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12:30-14:00 Impact, caveats, roadmap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14:00-15:00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03520"/>
            <a:ext cx="10789920" cy="914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413248"/>
            <a:ext cx="10469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Speaking split suggestion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79008"/>
            <a:ext cx="10469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Speaker A: business context | Speaker B: technical pipeline | Speaker C: demo + impact +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Time and role clarity improves delivery score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References and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MSIS 521 assignment brief and evaluation rubric (Canvas)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YouTube Data API documentation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scikit-learn documentation (regression, tree models, GroupKFold)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LightGBM documentation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SHAP documentation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Streamlit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05696"/>
                </a:solidFill>
                <a:latin typeface="Aptos Display"/>
              </a:defRPr>
            </a:pPr>
            <a:r>
              <a:t>Thank you.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AI-MCN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